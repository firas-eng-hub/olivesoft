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800000" y="1300000"/>
            <a:ext cx="106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900" b="1">
                <a:solidFill>
                  <a:srgbClr val="66E9D7"/>
                </a:solidFill>
              </a:rPr>
              <a:t>OLIVESOFT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800000" y="2300000"/>
            <a:ext cx="106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900" b="1">
                <a:solidFill>
                  <a:srgbClr val="FFFFFF"/>
                </a:solidFill>
              </a:rPr>
              <a:t>DEMO PROPOSAL</a:t>
            </a:r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800000" y="3450000"/>
            <a:ext cx="106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 b="1">
                <a:solidFill>
                  <a:srgbClr val="C0E1E2"/>
                </a:solidFill>
              </a:rPr>
              <a:t>Static fixture for the intelligence dashboard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800000" y="1300000"/>
            <a:ext cx="106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900" b="1">
                <a:solidFill>
                  <a:srgbClr val="66E9D7"/>
                </a:solidFill>
              </a:rPr>
              <a:t>DEMONSTRATION ONLY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800000" y="2300000"/>
            <a:ext cx="106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900" b="1">
                <a:solidFill>
                  <a:srgbClr val="FFFFFF"/>
                </a:solidFill>
              </a:rPr>
              <a:t>Evidence before claims</a:t>
            </a:r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800000" y="3450000"/>
            <a:ext cx="106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 b="1">
                <a:solidFill>
                  <a:srgbClr val="C0E1E2"/>
                </a:solidFill>
              </a:rPr>
              <a:t>Real proposals will be produced by the n8n workflow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liveSoft Demo">
  <a:themeElements>
    <a:clrScheme name="OliveSoft">
      <a:dk1>
        <a:srgbClr val="061827"/>
      </a:dk1>
      <a:lt1>
        <a:srgbClr val="FFFFFF"/>
      </a:lt1>
      <a:dk2>
        <a:srgbClr val="0D3344"/>
      </a:dk2>
      <a:lt2>
        <a:srgbClr val="ECFFFC"/>
      </a:lt2>
      <a:accent1>
        <a:srgbClr val="11D5C6"/>
      </a:accent1>
      <a:accent2>
        <a:srgbClr val="4FE1B0"/>
      </a:accent2>
      <a:accent3>
        <a:srgbClr val="1FBFE2"/>
      </a:accent3>
      <a:accent4>
        <a:srgbClr val="F3B774"/>
      </a:accent4>
      <a:accent5>
        <a:srgbClr val="7DECDC"/>
      </a:accent5>
      <a:accent6>
        <a:srgbClr val="F58389"/>
      </a:accent6>
      <a:hlink>
        <a:srgbClr val="11D5C6"/>
      </a:hlink>
      <a:folHlink>
        <a:srgbClr val="11D5C6"/>
      </a:folHlink>
    </a:clrScheme>
    <a:fontScheme name="OliveSoft">
      <a:majorFont>
        <a:latin typeface="Aptos Display"/>
      </a:majorFont>
      <a:minorFont>
        <a:latin typeface="Aptos"/>
      </a:minorFont>
    </a:fontScheme>
    <a:fmtScheme name="OliveSoft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OliveSoft Demo</Application>
  <Slides>2</Slides>
</Properties>
</file>

<file path=docProps/core.xml><?xml version="1.0" encoding="utf-8"?>
<cp:coreProperties xmlns:cp="http://schemas.openxmlformats.org/package/2006/metadata/core-properties" xmlns:dc="http://purl.org/dc/elements/1.1/">
  <dc:title>OliveSoft Demo Proposal</dc:title>
  <dc:creator>OliveSoft</dc:creator>
</cp:coreProperties>
</file>